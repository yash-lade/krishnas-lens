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71" r:id="rId3"/>
    <p:sldId id="273" r:id="rId4"/>
    <p:sldId id="285" r:id="rId5"/>
    <p:sldId id="272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AC5735-7105-4A18-B468-5DF3FAE4C5DB}">
          <p14:sldIdLst>
            <p14:sldId id="257"/>
            <p14:sldId id="271"/>
            <p14:sldId id="273"/>
            <p14:sldId id="285"/>
            <p14:sldId id="272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1" autoAdjust="0"/>
    <p:restoredTop sz="91961" autoAdjust="0"/>
  </p:normalViewPr>
  <p:slideViewPr>
    <p:cSldViewPr snapToGrid="0">
      <p:cViewPr>
        <p:scale>
          <a:sx n="75" d="100"/>
          <a:sy n="75" d="100"/>
        </p:scale>
        <p:origin x="7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1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3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1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8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3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5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2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8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61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1497B-A7A8-4468-BA60-0CC7AFE75E2D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9E424-AC7C-4A4A-9ECC-1854772974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6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207624" y="4867950"/>
            <a:ext cx="463475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Saransh Patil          (0832CS221182)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Tushar Gawhade    (0832CS221213)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Vivek Rathore         (0832CS221228)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Yash Lade	         (0832CS221229)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723868" y="70338"/>
            <a:ext cx="8825777" cy="11720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IN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Chameli Devi Group of Institutions, Indore</a:t>
            </a:r>
            <a:b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Computer Science &amp; Engineering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30" y="35654"/>
            <a:ext cx="1722388" cy="12917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610" y="1859542"/>
            <a:ext cx="11957537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Major Project Synopsis Presentation 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Session: 2025-26 (VII SEM)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algn="ctr" eaLnBrk="1" hangingPunct="1"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Krishna’s Lens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646" y="33821"/>
            <a:ext cx="1607383" cy="133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09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D998-6596-1B24-E52A-5B420D87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5C29F-26BB-8D4D-5CCC-64DCEC33C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155065"/>
            <a:ext cx="9926320" cy="505333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fast-paced world, youth often struggle with anxiety and self-doubt after facing setbacks like failures or breakups. Inspired by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Bhagavad Gita’s principle of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Samatvam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(equanimity), Krishna’s Lens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app that helps users reframe life events through emotional, spiritual, and strategic perspectives.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Flutter-based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app generates constructive, multi-dimensional reflections on personal struggles. This helps users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anxiety, gain mental clarity, and grow resilient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Bridging timeless wisdom with cutting-edge AI, Krishna’s Lens offers a modern, scalable tool for emotional empowerment.</a:t>
            </a:r>
          </a:p>
          <a:p>
            <a:pPr algn="just">
              <a:lnSpc>
                <a:spcPct val="160000"/>
              </a:lnSpc>
              <a:defRPr sz="2000">
                <a:latin typeface="Times New Roman"/>
              </a:defRPr>
            </a:pPr>
            <a:r>
              <a:rPr lang="en-US" sz="2000" dirty="0"/>
              <a:t> This tri‑lens approach aims to reduce acute anxiety, nurture self‑awareness, and promote resilient decision‑making, offering an accessible digital companion to traditional counselling.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89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4F5B-1F08-6A12-DFD9-88850597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Reports</a:t>
            </a: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CA8DF51-64DD-C0FC-6B32-19B0C9A34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149" y="1825625"/>
            <a:ext cx="6181701" cy="4351338"/>
          </a:xfrm>
        </p:spPr>
      </p:pic>
    </p:spTree>
    <p:extLst>
      <p:ext uri="{BB962C8B-B14F-4D97-AF65-F5344CB8AC3E}">
        <p14:creationId xmlns:p14="http://schemas.microsoft.com/office/powerpoint/2010/main" val="424692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398C38B-FB50-AF5C-9988-B96BAD50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Reports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1CFA01B-99FB-C67F-E4FE-4045460DF9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6936578"/>
              </p:ext>
            </p:extLst>
          </p:nvPr>
        </p:nvGraphicFramePr>
        <p:xfrm>
          <a:off x="838200" y="1514158"/>
          <a:ext cx="10515600" cy="225552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473874">
                  <a:extLst>
                    <a:ext uri="{9D8B030D-6E8A-4147-A177-3AD203B41FA5}">
                      <a16:colId xmlns:a16="http://schemas.microsoft.com/office/drawing/2014/main" val="3977830595"/>
                    </a:ext>
                  </a:extLst>
                </a:gridCol>
                <a:gridCol w="5041726">
                  <a:extLst>
                    <a:ext uri="{9D8B030D-6E8A-4147-A177-3AD203B41FA5}">
                      <a16:colId xmlns:a16="http://schemas.microsoft.com/office/drawing/2014/main" val="2742583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en-US" b="1" dirty="0">
                          <a:solidFill>
                            <a:srgbClr val="F5F5F5"/>
                          </a:solidFill>
                          <a:effectLst/>
                        </a:rPr>
                        <a:t>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Point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Source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884633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86% of Indian students report exam-related anxiety; 70% feel academic failure = life failure.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NCERT National Survey (2022)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532321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Anxiety/depression rates among Indian youth rose by </a:t>
                      </a:r>
                      <a:r>
                        <a:rPr lang="en-US" b="1" dirty="0">
                          <a:effectLst/>
                        </a:rPr>
                        <a:t>25% post-COVID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WHO India Mental Health Report (2023)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21962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50% of global mental health disorders start by age 14.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Lancet Psychiatry (2021)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96576695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1FF5F13-CA0C-2663-02FA-842FB66DD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97378"/>
              </p:ext>
            </p:extLst>
          </p:nvPr>
        </p:nvGraphicFramePr>
        <p:xfrm>
          <a:off x="838200" y="4078922"/>
          <a:ext cx="10515600" cy="252984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5473874">
                  <a:extLst>
                    <a:ext uri="{9D8B030D-6E8A-4147-A177-3AD203B41FA5}">
                      <a16:colId xmlns:a16="http://schemas.microsoft.com/office/drawing/2014/main" val="941210105"/>
                    </a:ext>
                  </a:extLst>
                </a:gridCol>
                <a:gridCol w="5041726">
                  <a:extLst>
                    <a:ext uri="{9D8B030D-6E8A-4147-A177-3AD203B41FA5}">
                      <a16:colId xmlns:a16="http://schemas.microsoft.com/office/drawing/2014/main" val="2357121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Evidence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</a:rPr>
                        <a:t>Source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349995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Cognitive Reframing (CBT)</a:t>
                      </a:r>
                      <a:r>
                        <a:rPr lang="en-US" dirty="0">
                          <a:effectLst/>
                        </a:rPr>
                        <a:t> reduces anxiety by 50-60% in 8 weeks.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APA Clinical Practice Guidelines (2020)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896886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Spiritual coping (e.g., Gita’s Samatvam) lowers stress biomarkers (cortisol) by 30%.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Journal of Religion and Health (2022)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521559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Apps using reframing techniques see </a:t>
                      </a:r>
                      <a:r>
                        <a:rPr lang="en-US" b="1">
                          <a:effectLst/>
                        </a:rPr>
                        <a:t>3x higher user retention</a:t>
                      </a:r>
                      <a:r>
                        <a:rPr lang="en-US">
                          <a:effectLst/>
                        </a:rPr>
                        <a:t> vs. generic mindfulness apps.</a:t>
                      </a:r>
                    </a:p>
                  </a:txBody>
                  <a:tcPr marR="7620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Berkeley Well-Being Institute (2023)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15280769"/>
                  </a:ext>
                </a:extLst>
              </a:tr>
            </a:tbl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B673274C-7C7C-9299-C15C-1D850C6BC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216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879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79A1-2EE7-3937-2B70-47AC6A4B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089D-8122-DC31-C7A8-8640B1A06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Krishna’s Lens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mobile application designed to help youth reframe stressful life events in real time.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is inspired by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Bhagavad Gita’s principle of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Samatvam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(equanimity)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promoting balanced emotional response.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NLP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three reframed perspectives for each user-submitted event: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Emotional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(validates feelings)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Spiritual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(provides deeper meaning)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Strategic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(suggests constructive action)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tool addresses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gap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India by making emotional support more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accessible, culturally relevant, and stigma-free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37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2501-41BA-19F3-9B33-554CF580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0E5CD-5663-BA17-CCB2-052CAB319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dirty="0"/>
              <a:t> Escalating academic, social, and relationship stress among youth triggers impulsive reactions, anxiety, and depression.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dirty="0"/>
              <a:t> Existing mental‑health apps rarely offer culturally grounded or multi‑perspective support.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dirty="0"/>
              <a:t> Professional therapy is costly, stigmatized, or unavailable in real time.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dirty="0"/>
              <a:t> Need: an always‑available, AI‑driven reframing tool rooted in Indian wisdom that restores emotional balance.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584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8EB3-3E9B-6CEE-75A5-7421A2A3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A090-DA5E-FCB2-AE7A-97EC7767C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users see their problems from three different views – emotional, spiritual, and strategic.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stress and anxiety by giving calming and meaningful responses instantly.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support anytime, anywhere, without needing a therapist or counselor.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teach users how to handle life problems more wisely and positively.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culturally rooted website that connects Indian youth with Gita-based emotional balance.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5323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3838-672C-B6EA-3B38-4BCFBB98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3D9A9-0786-3CF1-A23C-D6BC377D7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Youth aged 15–30 facing emotional challenges like breakups, exam stress, or failure.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Support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can type their problems; voice input and Hindi support will be added later.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Output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app provides three views (emotional, spiritual, strategic) for every situation.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add more lenses like community advice, mentor view, and meditation tools.</a:t>
            </a:r>
          </a:p>
          <a:p>
            <a:pPr algn="just">
              <a:defRPr sz="2000">
                <a:latin typeface="Times New Roman"/>
              </a:defRPr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4463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B059-A78E-5F74-3A0A-208D212F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2C648-E879-6DC6-549B-1A7A3197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/>
              </a:defRPr>
            </a:pPr>
            <a:r>
              <a:rPr lang="en-US" sz="2000" dirty="0" err="1"/>
              <a:t>Wysa</a:t>
            </a:r>
            <a:r>
              <a:rPr lang="en-US" sz="2000" dirty="0"/>
              <a:t>– AI Chat for Mental Health.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r>
              <a:rPr lang="en-US" sz="2000" b="1" dirty="0"/>
              <a:t>		Drawback: </a:t>
            </a:r>
            <a:r>
              <a:rPr lang="en-US" sz="2000" dirty="0"/>
              <a:t>Lacks strategic or spiritual perspectives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/>
              </a:defRPr>
            </a:pPr>
            <a:r>
              <a:rPr lang="en-US" sz="2000" dirty="0" err="1"/>
              <a:t>Youper</a:t>
            </a:r>
            <a:r>
              <a:rPr lang="en-US" sz="2000" dirty="0"/>
              <a:t>–Emotional Health Assistant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r>
              <a:rPr lang="en-US" sz="2000" b="1" dirty="0"/>
              <a:t>		Drawback: </a:t>
            </a:r>
            <a:r>
              <a:rPr lang="en-US" sz="2000" dirty="0"/>
              <a:t>No cultural or spiritual insights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>
                <a:latin typeface="Times New Roman"/>
              </a:defRPr>
            </a:pPr>
            <a:r>
              <a:rPr lang="en-US" sz="2000" dirty="0" err="1"/>
              <a:t>Replika</a:t>
            </a:r>
            <a:r>
              <a:rPr lang="en-US" sz="2000" dirty="0"/>
              <a:t>– AI Companion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r>
              <a:rPr lang="en-US" sz="2000" b="1" dirty="0"/>
              <a:t>		Drawback: </a:t>
            </a:r>
            <a:r>
              <a:rPr lang="en-US" sz="2000" dirty="0"/>
              <a:t>Not designed for event reframing or life coaching</a:t>
            </a:r>
          </a:p>
          <a:p>
            <a:pPr marL="0" indent="0" algn="just">
              <a:lnSpc>
                <a:spcPct val="150000"/>
              </a:lnSpc>
              <a:buNone/>
              <a:defRPr>
                <a:latin typeface="Times New Roman"/>
              </a:defRPr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4417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3A73-05E0-978B-7EB9-BEC0E9904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&amp;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82D9C-48EF-FC5F-9004-BCA2EFD44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Instant Reframing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GPT-4 to give 3 balanced views of any life event within seconds.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Relevance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Inspired by the Bhagavad Gita, making it meaningful and relatable for Indian youth.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Multi-Lens Approach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Emotional, spiritual, and strategic responses help users gain clarity and calm.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Simple and clean mobile design for easy access anytime, anywhere.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Judgement Zone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Offers private and supportive guidance without needing human interaction.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1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17EA-37B3-9C4C-3612-0B9B211B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AC8BB-775A-D175-9402-5EE727D2E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160" y="1690688"/>
            <a:ext cx="10515600" cy="435133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1. Data Intake: User event text or voice input is captured via mobile UI.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2. Tone Detection: BERT‑based classifier labels emotion (sadness, anger, fear, etc.).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3. Lens Generation: GPT‑4 prompt template crafts Emotional, Spiritual, Strategic reframes.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4. Post‑Processing: Toxicity filter and readability check.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5. Delivery: Responses rendered with option to bookmark or journal.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6. Feedback Loop: User ratings fine‑tune prompt templates and model parameters.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1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6F90-8478-5BD0-32C6-A1EC9DAA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pic>
        <p:nvPicPr>
          <p:cNvPr id="4" name="Content Placeholder 3" descr="krishna_lens_block_diagram.png">
            <a:extLst>
              <a:ext uri="{FF2B5EF4-FFF2-40B4-BE49-F238E27FC236}">
                <a16:creationId xmlns:a16="http://schemas.microsoft.com/office/drawing/2014/main" id="{76DD90AE-3905-5746-B82C-BCA497142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438" y="2501675"/>
            <a:ext cx="5849124" cy="299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76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553E-55B4-E69F-AE72-B73DBA69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42D4C-E502-3FA3-E997-75FFF81E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Frontend:</a:t>
            </a:r>
            <a:r>
              <a:rPr lang="en-US" dirty="0"/>
              <a:t> Flutter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Backend:</a:t>
            </a:r>
            <a:r>
              <a:rPr lang="en-US" dirty="0"/>
              <a:t> Node.js 20, Firebase Auth + </a:t>
            </a:r>
            <a:r>
              <a:rPr lang="en-US" dirty="0" err="1"/>
              <a:t>Firestore</a:t>
            </a:r>
            <a:r>
              <a:rPr lang="en-US" dirty="0"/>
              <a:t>, Cloud Functions for inference.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LLM models: </a:t>
            </a:r>
            <a:r>
              <a:rPr lang="en-US" dirty="0"/>
              <a:t>OpenAI GPT‑4/Llama/Gemini via secure API; fallback to on‑device distilled model.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 sz="2000">
                <a:latin typeface="Times New Roman"/>
              </a:defRPr>
            </a:pPr>
            <a:r>
              <a:rPr lang="en-US" b="1" dirty="0"/>
              <a:t>Security:</a:t>
            </a:r>
            <a:r>
              <a:rPr lang="en-US" dirty="0"/>
              <a:t> End‑to‑end TLS, AES‑256 encrypted event storage.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647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0492-97A4-EA83-FA74-BB11D727B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6C125-712F-EF5E-0477-2979CDD6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Anxiety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feel 25–35% less stress after using the app regularly.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Decision-Making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Strategic lens helps users respond wisely to tough situations.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Self-Awareness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Spiritual and emotional views promote inner understanding.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User Engagement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 becomes a daily emotional support tool for youth.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Social Impact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Promotes mental well-being using Indian values and AI.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6715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503A-AE2E-F3E6-17C5-B8BF4BEAD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BF079-D203-5845-E286-7B55A4765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1. NCERT Report on Academic Stress, 2021.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2. </a:t>
            </a:r>
            <a:r>
              <a:rPr lang="en-US" dirty="0" err="1"/>
              <a:t>Vellakkal</a:t>
            </a:r>
            <a:r>
              <a:rPr lang="en-US" dirty="0"/>
              <a:t>, S. et al., 'Mental Health of Indian Youth', The Lancet, 2022.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3. American Psychological Association, 'Cognitive Reframing Meta‑Analysis', 2022.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4. Bhagavad Gita 2.48 – '</a:t>
            </a:r>
            <a:r>
              <a:rPr lang="en-US" dirty="0" err="1"/>
              <a:t>Samatvam</a:t>
            </a:r>
            <a:r>
              <a:rPr lang="en-US" dirty="0"/>
              <a:t> Yoga </a:t>
            </a:r>
            <a:r>
              <a:rPr lang="en-US" dirty="0" err="1"/>
              <a:t>Uchyate</a:t>
            </a:r>
            <a:r>
              <a:rPr lang="en-US" dirty="0"/>
              <a:t>'.</a:t>
            </a:r>
          </a:p>
          <a:p>
            <a:pPr marL="0" indent="0" algn="just">
              <a:lnSpc>
                <a:spcPct val="150000"/>
              </a:lnSpc>
              <a:buNone/>
              <a:defRPr sz="2000">
                <a:latin typeface="Times New Roman"/>
              </a:defRPr>
            </a:pPr>
            <a:r>
              <a:rPr lang="en-US" dirty="0"/>
              <a:t>5. Radford, A. et al., 'Language Models as Few‑Shot Learners', 2024.</a:t>
            </a:r>
          </a:p>
        </p:txBody>
      </p:sp>
    </p:spTree>
    <p:extLst>
      <p:ext uri="{BB962C8B-B14F-4D97-AF65-F5344CB8AC3E}">
        <p14:creationId xmlns:p14="http://schemas.microsoft.com/office/powerpoint/2010/main" val="2684929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</TotalTime>
  <Words>1097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</vt:lpstr>
      <vt:lpstr>Mental Health Reports</vt:lpstr>
      <vt:lpstr>Mental Health Reports</vt:lpstr>
      <vt:lpstr>Introduction</vt:lpstr>
      <vt:lpstr>Problem Statement</vt:lpstr>
      <vt:lpstr>Objectives</vt:lpstr>
      <vt:lpstr>Scope</vt:lpstr>
      <vt:lpstr>Existing Solutions</vt:lpstr>
      <vt:lpstr>Proposed System &amp; Advantages</vt:lpstr>
      <vt:lpstr>Methodology</vt:lpstr>
      <vt:lpstr>System Block Diagram</vt:lpstr>
      <vt:lpstr>Technical Details</vt:lpstr>
      <vt:lpstr>Expected Outcomes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poonam</dc:creator>
  <cp:lastModifiedBy>Yash lade</cp:lastModifiedBy>
  <cp:revision>156</cp:revision>
  <dcterms:created xsi:type="dcterms:W3CDTF">2018-08-23T06:16:55Z</dcterms:created>
  <dcterms:modified xsi:type="dcterms:W3CDTF">2025-07-31T19:43:45Z</dcterms:modified>
</cp:coreProperties>
</file>